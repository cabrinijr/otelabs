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CP1 · DASHBOARD PROFISSIONAL · FIAP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Intervalos de Confiança &amp; Sampling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Coletores OTel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coringa — dashboard indisponível na correção? Está tudo aqui.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sou eu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Luigi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 Júnior · Observabilidade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PagBank (fintech brasileira) — monitoramento, instrumentação e confiabilidade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Antes: sistemas embarcados (NVIDIA Jetson) na OptDriven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Cursa Data Science e Ciência da Computação Aplicada na FIAP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Bernardo do Campo, Grande São Paulo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118872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55448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“Este dashboard é exatamente esse cruzamento: um laboratório real de sampling em coletores OTel, analisado com os conceitos estatísticos da disciplina.”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Minhas Qualificações &amp;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&amp; Experiência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— Data Science e Ciência da Computação Aplicada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PagBank — testes sintéticos Datadog, monitoramento Splunk/LDAP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OptDriven — Python para sistemas embarcados (Jetson)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FIAP Global Solution: BrasilWatch AI / BrasilFire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técnicas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508760"/>
            <a:ext cx="5303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(instrumentação manual, OTel Collector, sampling)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Compose, conceitos de Kubernetes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aplicada (IC, bootstrap), pandas, Plotly, Streamlit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Locust, SQL, 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Inglês: TOEFL B2 geral, C1 em listening/reading  ·  Português nativo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problema: sampling em observabilidade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69494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100% dos spans/traces em produção é caro: CPU do coletor, rede, custo de ingestão e armazenamento no backend.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o sampling economiza recursos — mas reduz o tamanho da amostra, o que aumenta a margem de erro (MOE) das métricas estimadas (SE = σ/√n).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diferentes têm importância diferente: uma transação PIX que falha não pode “sumir” por causa do sampling, mas uma página genérica de site tolera taxas mais agressivas.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55280" y="11887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129844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955280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de Confiança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(CLT, bootstrap, Wilson)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274320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2852928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× confiança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importância do sinal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Metodologia: o experimento real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contextos × 3 coletores OTel, rodando de verdade (docker compose / execução local)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do tráfego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(baseline / ground truth)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194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balanceada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(head: 15% · tail: erro+cauda sempre + base 15%)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8FA8D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Agressivo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194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muito baixa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(head: 1% · tail: erro+cauda sempre + base 1%)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Rodado 2×: contexto head-based (probabilistic_sampler) e contexto tail-based (tail_sampling — erros e cauda p95 sempre mantidos). Demo-app instrumentada com OpenTelemetry, 4 domínios de sinal (pix, checkout, site_latency, api_generic), gerador de carga Locust com parada exata na meta de requisições.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real: retenção por contexto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local já executado (20 mil requisições/coletor) — números reais, não simulados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Determinístico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Agressivo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20.124 (100%)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3.016 (15,0%)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 (1,1%)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Tail-based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19.968 (100%)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4.838 (24,2%)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2.260 (11,3%)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5661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tail-based retém muito mais que a taxa-base nominal (1% → 11,3% no agressivo) porque erros e picos de latência são sempre mantidos — é isso que preserva a confiança nos sinais críticos mesmo sob sampling agressivo.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Trade-off: performance × confiança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α·ganho_throughput − (1−α)·importância·penalidade_confiança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= 1 − taxa de sampling (economia no pipeline de observabilidade)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penalidade = MOE% relativa, saturada em um limite configurável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= peso do sinal (PIX = 1,0 · latência genérica = 0,2)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peso performance × confiança, ajustável no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73736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críticos (PIX) →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mais alto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816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tolerantes (latência genérica)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mais agressivo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agressivo economiza pipeline, mas custa confiança estatística de forma previsível (~1/√n)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Tail-based preserva confiança em sinais raros/críticos mesmo sob taxas baixas — head-based não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sweet spot certo depende da importância do sinal, não é um número único para o sistema inteiro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pipeline (demo-app instrumentada, 6 coletores, gerador de carga, conversão OTLP→CSV) está reproduzível — ver EXPERIMENTO.md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4846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do dashboard: [preencher após deploy no Streamlit Community Cloud]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2026-08-25T02:19:14Z</dcterms:created>
  <dcterms:modified xsi:type="dcterms:W3CDTF">2026-08-25T02:19:14Z</dcterms:modified>
</cp:coreProperties>
</file>